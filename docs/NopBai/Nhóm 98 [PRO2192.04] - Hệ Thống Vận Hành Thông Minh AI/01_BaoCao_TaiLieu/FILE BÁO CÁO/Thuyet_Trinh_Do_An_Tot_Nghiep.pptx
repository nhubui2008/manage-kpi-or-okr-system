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D4ED8"/>
                </a:solidFill>
              </a:defRPr>
            </a:pPr>
            <a:r>
              <a:t>TRƯỜNG FPT POLYTECHNIC — BÁO CÁO ĐỒ ÁN TỐT NGHIỆP</a:t>
            </a:r>
          </a:p>
          <a:p>
            <a:pPr>
              <a:spcAft>
                <a:spcPts val="2000"/>
              </a:spcAft>
              <a:defRPr sz="3000" b="1">
                <a:solidFill>
                  <a:srgbClr val="FFFFFF"/>
                </a:solidFill>
              </a:defRPr>
            </a:pPr>
            <a:r>
              <a:t>HỆ THỐNG QUẢN LÝ KPI/OKR DOANH NGHIỆP</a:t>
            </a:r>
            <a:br/>
            <a:r>
              <a:t>TÍCH HỢP AI ADVISOR &amp; KANBAN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Giải pháp End-to-End kết nối mục tiêu chiến lược với thực thi vận hành trên nền tảng ASP.NET 10 MVC &amp; SQL Server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97280" y="4389120"/>
            <a:ext cx="9875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280160" y="4480560"/>
            <a:ext cx="9509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👥 Sinh viên thực hiện: Nhóm NEXTGEN (Bùi Nguyễn Anh Như, Phạm Trần Anh Quân, Phạm Trần An An, Vũ Hoàng Huy Nhật, Nguyễn Thế Bảo, Trần Thanh Phong)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👨‍🏫 Giảng viên hướng dẫn: ThS. [ĐIỀN TÊN GIẢNG VIÊN HƯỚNG DẪN]</a:t>
            </a:r>
          </a:p>
          <a:p>
            <a:pPr>
              <a:defRPr sz="1100">
                <a:solidFill>
                  <a:srgbClr val="1D4ED8"/>
                </a:solidFill>
              </a:defRPr>
            </a:pPr>
            <a:r>
              <a:t>🎓 Chuyên ngành: Phát triển phần mềm / CNTT | Thời gian: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HỆ THỐNG QUẢN LÝ KPI/OKR DOANH NGHIỆP — GIỚI THIỆU TỔNG QUAN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🎯 Quản Trị Chiến Lược OKR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Kết nối sứ mệnh công ty với OKR 3 cấp (Công ty → Phòng ban → Cá nhân) và Key Results.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8056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📊 Quản Lý &amp; Check-in KPI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Giao chỉ tiêu có trọng số, theo dõi deadline check-in và tính tiến độ % tự động.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63840" y="1828800"/>
            <a:ext cx="33832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046720" y="201168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🤖 AI-Native Advisory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Tích hợp trợ lý AI có citation nguồn, cảnh báo rủi ro realtime và hỗ trợ đánh giá nhân sự.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Bối Cảnh Quản Trị Doanh Nghiệp SME &amp; Lý Do Thực Hiện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4ED8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Điểm Nghẽn Quản Trị Truyền Thống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Doanh nghiệp SME thiếu công cụ tập trung, quản lý KPI/OKR bằng Excel rời rạc gây thất thoát dữ liệu và khó theo dõi tiến độ.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4ED8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Nhu Cầu High-Density Operations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Yêu cầu giao diện vận hành mật độ cao, hiển thị rõ ràng công việc bị nghẽn (overdue/blocked) để xử lý tức thì.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4ED8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AI Hỗ Trợ Ra Quyết Định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Ứng dụng AI làm trợ lý tư vấn và cảnh báo rủi ro có trích dẫn nguồn (citation), con người giữ quyền quyết định cuối.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Bài Toán Đặt Ra &amp; Giải Pháp Hệ Thống VietMach KPI/OKR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B91C1C"/>
                </a:solidFill>
              </a:defRPr>
            </a:pPr>
            <a:r>
              <a:t>⚠️ Vấn Đề Của Phương Pháp Hiện Tại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Mục tiêu công ty không được phân rã rõ ràng xuống nhân viên.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Thiếu cơ chế nhắc nhở và cảnh báo trễ hạn check-in tự động.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Đánh giá nhân sự dựa trên cảm tính, thiếu minh bạch chỉ số.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Rời rạc giữa mục tiêu KPI/OKR và công việc thực thi Kanban.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5803D"/>
                </a:solidFill>
              </a:defRPr>
            </a:pPr>
            <a:r>
              <a:t>💡 Giải Pháp VietMach System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✓ OKR 3 cấp gắn kết trực tiếp chỉ tiêu KPI có trọng số weight %.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✓ Engine Smart Alerts &amp; AI Advisor cảnh báo rủi ro realtime.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✓ Chấm điểm tự động xếp hạng Rank S→D &amp; tính thưởng HR kỳ.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✓ Bảng Kanban công việc kéo thả tích hợp không gian 1-on-1.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4 Trụ Cột Mục Tiêu Tối Thượng Của Dự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D4ED8"/>
                </a:solidFill>
              </a:defRPr>
            </a:pPr>
            <a:r>
              <a:t>01. Thiết Lập Chiến Lược OKR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Sứ mệnh, Tầm nhìn, Target tài chính và OKRs 3 cấp có theo dõi Key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D4ED8"/>
                </a:solidFill>
              </a:defRPr>
            </a:pPr>
            <a:r>
              <a:t>02. Giao Chỉ Tiêu &amp; Check-in KPI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Phân bổ KPI có trọng số, theo dõi deadline và tự động tính tiến độ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D4ED8"/>
                </a:solidFill>
              </a:defRPr>
            </a:pPr>
            <a:r>
              <a:t>03. Đánh Giá Hiệu Suất &amp; HR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So sánh Target vs Achieved, xếp hạng Rank S→D và tính dự toán thưởng kỳ.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D4ED8"/>
                </a:solidFill>
              </a:defRPr>
            </a:pPr>
            <a:r>
              <a:t>04. AI-Native Advisory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AI Chatbot tư vấn KPI/OKR có trích dẫn nguồn (citation) và minh bạch RAG ACL.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Đối Tượng Sử Dụng &amp; Ma Trận Role Trong Code Thực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6D28D9"/>
                </a:solidFill>
              </a:defRPr>
            </a:pPr>
            <a:r>
              <a:t>Admin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Toàn quyền 60 permissions, quản lý SystemUsers, Roles, Audit Logs và cấu hình.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2011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4ED8"/>
                </a:solidFill>
              </a:defRPr>
            </a:pPr>
            <a:r>
              <a:t>Director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Giám đốc, quản lý Sứ mệnh/Tầm nhìn, phê duyệt OKR/KPI toàn công ty, duyệt HR.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011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4ED8"/>
                </a:solidFill>
              </a:defRPr>
            </a:pPr>
            <a:r>
              <a:t>Manager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Trưởng phòng, quản lý OKR/KPI phòng ban, duyệt Check-in Review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2011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4ED8"/>
                </a:solidFill>
              </a:defRPr>
            </a:pPr>
            <a:r>
              <a:t>HR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Chuyên viên nhân sự, quản lý nhân viên, kỳ đánh giá, Bonus Rules và báo cáo Excel.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2011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6404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4ED8"/>
                </a:solidFill>
              </a:defRPr>
            </a:pPr>
            <a:r>
              <a:t>Employee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Nhân viên cá nhân, thực hiện Check-in định kỳ, theo dõi tiến độ KPI/OKR cá nhân.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Phạm Vi &amp; Tầng Kiến Trúc Hệ Thống VietMach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Layer 01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Frontend Module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Razor Views + Bootstrap 5 + Vanilla JS + ApexCharts.js cho trải nghiệm UI phản hồi nhanh.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Layer 02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Backend MVC Module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ASP.NET 10 Core MVC với 27 Controllers xử lý nghiệp vụ từ Auth, OKRs đến Check-ins.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Layer 03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Database &amp; EF Core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Entity Framework Core 10 quản lý MiniERPDbContext với 45 Entity models trên SQL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Layer 04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AI &amp; Security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Model Client Gateway (DeepSeek), AI Advisor RAG, Claims-based RBAC Auth và Anti-CSRF.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Công Nghệ Sử Dụng Thực Tế Trong Source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Framework Backend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ASP.NET Core MVC (.NET 10.0)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ORM Data Access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Entity Framework Core 10.0.5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Database System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SQL Server 2019+ (45 Entities)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AI Advisor Engine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DeepSeek API Gateway + Strict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Authentication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Cookie Auth + Google OAuth2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42976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Export &amp; Reporting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EPPlus 7.7.3 (Excel Reports)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2976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UI &amp; Styling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Bootstrap 5 + Custom CSS (site.css)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42976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4ED8"/>
                </a:solidFill>
              </a:defRPr>
            </a:pPr>
            <a:r>
              <a:t>Charts Visualization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ApexCharts.js + Vanilla JS (site.js)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Sơ Đồ Kiến Trúc Hệ Thống 5 Tầng Phân Cấp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1600" y="164592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645920" y="173736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1: Browser UI  ──►  Razor Views + Bootstrap 5 + ApexCharts + Vanilla JS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71600" y="260604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645920" y="269748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2: MVC Controllers  ──►  27 Controllers + HasPermission Filter + AccessScope Helper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371600" y="356616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645920" y="36576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3: Services Layer  ──►  Model Gateway + AIDataService + AIAlertService + Notification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371600" y="452628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645920" y="461772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4: EF Core 10  ──►  MiniERPDbContext (45 DbSets) + Change Tracking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371600" y="548640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645920" y="557784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Tier 5: Database  ──►  SQL Server Database (Multi-tenant schema &amp; RLS)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Tầng Cơ Sở Dữ Liệu SQL Server — Trung Tâm Hệ Thống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1600" y="1645920"/>
            <a:ext cx="941832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645920" y="1920240"/>
            <a:ext cx="8869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D4ED8"/>
                </a:solidFill>
              </a:defRPr>
            </a:pPr>
            <a:r>
              <a:t>💾 SQL Server Database Tier (45 Entities - Multi-tenant RLS)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Multi-tenant Security: Bảo mật dữ liệu tenant qua Row-Level Security (RLS) &amp; SessionContext.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High Performance Queries: Sử dụng AsNoTracking() cho các truy vấn Read-only tối ưu thời gian phản hồi.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Data Protection Keys: Cấu hình DataProtection keys path bền vững qua các đợt App Pool recycle.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✓ Transactional Integrity: Đảm bảo tính toàn vẹn dữ liệu khi tính toán OKR Rollup &amp; Evaluation Score.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Cấu Trúc Cơ Sở Dữ Liệu ERD (45 Entities - 7 Nhóm Bảng)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Foundation (5)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Roles, Permissions, Role_Permissions, Statuses, SystemParameters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Organization (6)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Departments, Positions, SystemUsers, Employees, EmployeeAssignments, GradingRanks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OKR Strategy (5)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MissionVisions, OKRTypes, OKRs, OKRKeyResults, Mappings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KPI Setup (5)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EvaluationPeriods, KPITypes, KPIProperties, KPIs, KPIDetails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Check-in &amp; Tracking (8)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KPICheckIns, CheckInDetails, CheckInHistoryLogs, GoalComments, 1-on-1s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42062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Evaluation &amp; Bonus (7)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EvaluationResults, KPIAdjustmentHistories, BonusRules, ExpectedBonuses,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420624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D4ED8"/>
                </a:solidFill>
              </a:defRPr>
            </a:pPr>
            <a:r>
              <a:t>System &amp; AI (3)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SystemAlerts, AuditLogs, AIGenerationHistories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Chi Tiết Quan Hệ Các Bảng Thực Thể Cốt Lõi (Core ERD)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Role &amp; Auth Entities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Role (1) ──1:N── SystemUser (1) ──1:1── Employee</a:t>
            </a:r>
            <a:br/>
            <a:r>
              <a:t>• Role_Permissions (FK PermissionId)</a:t>
            </a:r>
            <a:br/>
            <a:r>
              <a:t>• Claims Injection via PermissionClaimsTransformation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KPI &amp; OKR Core Entities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OKR (1) ──1:N── OKRKeyResult</a:t>
            </a:r>
            <a:br/>
            <a:r>
              <a:t>KPI (1) ──1:1── KPIDetail (Target, Threshold)</a:t>
            </a:r>
            <a:br/>
            <a:r>
              <a:t>KPI (1) ──1:N── KPICheckIn (Progress %, ReviewStatus)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Evaluation &amp; Bonus Entities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EvaluationResult ── FK GradingRankId</a:t>
            </a:r>
            <a:br/>
            <a:r>
              <a:t>GradingRank (RankCode, MinScore) ── FK BonusRule</a:t>
            </a:r>
            <a:br/>
            <a:r>
              <a:t>• RealtimeExpectedBonus (Dự toán thưởng kỳ)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Bản Đồ Chức Năng Tổng Quan (Feature 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Nền Tảng &amp; Auth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Đăng nhập / Đăng ký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Google OAuth2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Phân quyền 60 perms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Audit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Quản Lý OKR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Mission/Vision/Goals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OKR 3 Cấp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Key Results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Tiến độ tự động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Giao &amp; Xem KPI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Target &amp; Threshold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Giao Dept/Cá nhân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Trọng số weight %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Workflow duyệt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Check-in &amp; Review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Báo cáo tiến độ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Manager Review Queue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Goal Comments &amp; 1-on-1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Nhắc nhở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Đánh Giá &amp; Bonus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Kỳ đánh giá Q/Năm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Xếp rank S→D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Bonus Rules tính thưởng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Xuất 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Trợ Lý AI Advisor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AI Chatbot citation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Gợi ý chỉ tiêu KPI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Cảnh báo rủi ro Alerts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Phân tích hiệu suất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Phân Hệ Trợ Lý AI Advisor &amp; Cảnh Báo Rủi Ro (Focus)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6D28D9"/>
                </a:solidFill>
              </a:defRPr>
            </a:pPr>
            <a:r>
              <a:t>🤖 Trợ Lý Tư Vấn AI-Native Có Kiểm Soát (DeepSeek + RAG ACL)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AI Chatbot Citation: Trả lời tư vấn KPI/OKR kèm trích dẫn nguồn chứng minh từ dữ liệu được cấp quyền.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Smart Risk Alerts: Tự động quét tiến độ trễ hạn check-in, gộp trùng cảnh báo và tự hết hạn khi rủi ro được xử lý.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Gợi Ý Chỉ Tiêu KPI: Server validate kỳ/quyền/đơn vị/ngưỡng strict JSON, điền form và để con người quyết định.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Goal Planning Agent: Lập danh sách task công việc có assignee/deadline/rủi ro, draft bền vững chỉ tạo sau xác nhận.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Sơ Đồ Tương Tác Use Case Theo 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Director (Giám Đốc)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Quản lý Sứ mệnh &amp; Tầm nhìn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Thiết lập OKR cấp Công ty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Duyệt kết quả đánh giá xếp hạng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Xem báo cáo chiến lược tổng hợp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Manager (Trưởng Phòng)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Thiết lập OKR Phòng ban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Phân bổ chỉ tiêu KPI &amp; Trọng số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Duyệt Check-in Review Queue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Họp 1-on-1 &amp; Nhận xét nhân viên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Employee (Nhân Viên)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Xem OKR &amp; KPI cá nhân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Thực hiện Check-in định kỳ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Cập nhật bảng Kanban công việc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Xem kết quả đánh giá &amp; dự toán thưởng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Luồng Nghiệp Vụ Thực Thi Check-in &amp; Review Đánh Giá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1: Check-in Báo Cáo  ──►  Employee gửi giá trị đạt được + ghi chú tiến độ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0604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2: Engine Khởi Chạy  ──►  System tính % hoàn thành &amp; tiến độ theo lịch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3: Review Queue  ──►  Manager xem xét, Approve/Reject &amp; nhận xét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52628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461772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4: Chấm Điểm Xếp Rank  ──►  So sánh Target vs Achieved, xếp rank S→D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486400"/>
            <a:ext cx="9418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557784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Step 5: Tự Động Tính Thưởng  ──►  Hệ thống tự động tính thưởng HR theo Bonus Rules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Đăng Nhập &amp; Cơ Chế Xác Thực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Tính Năng Security &amp; Auth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Mã hóa mật khẩu PBKDF2 / SHA-256 an toàn.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Tích hợp Google OAuth2 đăng nhập 1-click.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Cookie Claims Auth (HttpOnly, SameSite).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Liên kết Đặt lại mật khẩu gửi qua Email.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Bảo vệ Anti-forgery CSRF toàn bộ 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609344"/>
            <a:ext cx="6382512" cy="446227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Dashboard Tổng Quan Chiến Lược &amp; 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Visual Dashboard &amp; UX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Thống kê tổng quan KPI, OKR &amp; Nhân sự.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Biểu đồ ApexCharts (Line, Donut, Bar).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Hiển thị công việc cần xử lý gấp (Overdue).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Tích hợp Widget AI Advisor gợi ý chiến lược.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Trực Quan Hóa Tiến Độ Realtime &amp; ApexCharts Detail (Zoom Focus)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7845552" cy="4736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78240" y="1645920"/>
            <a:ext cx="2651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4ED8"/>
                </a:solidFill>
              </a:defRPr>
            </a:pPr>
            <a:r>
              <a:t>📊 ApexCharts Engine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Line Chart: Xu hướng tiến độ theo tuần/tháng.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Donut Chart: Phân bổ trạng thái KPI.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• Bar Chart: So sánh hiệu suất phòng ban.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Thiết Lập &amp; Quản Lý OKR 3 Cấp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ok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Interactive OKR Tree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Phân rã mục tiêu (Objectives) 3 cấp.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Gắn Kết quả then chốt (Key Results).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Tính % tiến độ hoàn thành tự động.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Lọc theo kỳ đánh giá &amp; phòng ban.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Giao Chỉ Tiêu &amp; Phân Bổ KPI Coi Trọng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KPI Target Assignment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Giao KPI kèm trọng số Weight %.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Target value &amp; Pass/Fail threshold.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Cấu hình tần suất check-in định kỳ.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Workflow: Nháp → Chờ duyệt → Đang thực hiện.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Check-in Báo Cáo Tiến Độ &amp; Review Queue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check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Check-in &amp; Review Queue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Nhân viên báo cáo tiến độ đạt được.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Manager Approve/Reject &amp; chấm điểm.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Tự động tính tiến độ % và kỳ vọng.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Lịch sử Check-in log minh bạch.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Bảng Vận Hành Công Việc Kanban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Drag-and-Drop Kanban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Quản lý dự án kéo thả Kanban.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Phân rã Task công việc chi tiết.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To Do, In Progress, Blocked, Done.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Trao đổi bình luận &amp; đính kèm file.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Giao Diện Kết Quả Đánh Giá &amp; Quy Tắc Thưởng HR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609344"/>
            <a:ext cx="6931152" cy="464515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eval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Evaluation &amp; Bonus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Xếp hạng Rank S/A+/A/B+/B/C/D.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Dự toán tiền thưởng realtime.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Workflow: Nháp → Submitted → Reviewed.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Xuất Báo Cáo Thống Kê Nhân Sự Excel.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Trợ Lý AI Advisor Tích Hợp RAG Có Kiểm Soát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D28D9"/>
                </a:solidFill>
              </a:defRPr>
            </a:pPr>
            <a:r>
              <a:t>🤖 AI Chatbot Advisor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Tư vấn KPI/OKR có trích dẫn nguồn (citation) từ RAG tenant ACL.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D28D9"/>
                </a:solidFill>
              </a:defRPr>
            </a:pPr>
            <a:r>
              <a:t>🤖 Gợi Ý Chỉ Tiêu KPI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Trả bản nháp KPI strict JSON; server validate điền form con người chọn.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D28D9"/>
                </a:solidFill>
              </a:defRPr>
            </a:pPr>
            <a:r>
              <a:t>🤖 Smart Risk Alerts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Phát hiện rủi ro trễ deadline, gộp trùng và tự giải phóng khi xử lý.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D28D9"/>
                </a:solidFill>
              </a:defRPr>
            </a:pPr>
            <a:r>
              <a:t>🤖 Goal Planning Agent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Lập danh sách task công việc có assignee/deadline, draft tạo sau xác nhận.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D28D9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DEMO HỆ THỐNG — SYSTEM DEMONSTRATION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1600" y="1463040"/>
            <a:ext cx="94183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5638190" y="2926080"/>
            <a:ext cx="914400" cy="9144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638190" y="30175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0" y="4023360"/>
            <a:ext cx="85340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94A3B8"/>
                </a:solidFill>
              </a:defRPr>
            </a:pPr>
            <a:r>
              <a:t>[ KHUNG DÀNH RIÊNG CHÈN VIDEO DEMO TRỰC TIẾP ]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Trình chiếu toàn bộ luồng nghiệp vụ: Đăng nhập ──► Thiết lập OKR/KPI ──► Check-in Báo cáo ──► Manager Review ──► AI Advisor Chat ──► Đánh giá HR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Báo Cáo Kiểm Thử Tự Động (Automated Testing Report)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D4ED8"/>
                </a:solidFill>
              </a:defRPr>
            </a:pPr>
            <a:r>
              <a:t>630</a:t>
            </a:r>
          </a:p>
          <a:p>
            <a:pPr algn="ctr">
              <a:defRPr sz="1200" b="1">
                <a:solidFill>
                  <a:srgbClr val="475569"/>
                </a:solidFill>
              </a:defRPr>
            </a:pPr>
            <a:r>
              <a:t>Tổng Số Testcases Executed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629</a:t>
            </a:r>
          </a:p>
          <a:p>
            <a:pPr algn="ctr">
              <a:defRPr sz="1200" b="1">
                <a:solidFill>
                  <a:srgbClr val="475569"/>
                </a:solidFill>
              </a:defRPr>
            </a:pPr>
            <a:r>
              <a:t>Testcases PASSED (99.8%)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D28D9"/>
                </a:solidFill>
              </a:defRPr>
            </a:pPr>
            <a:r>
              <a:t>00</a:t>
            </a:r>
          </a:p>
          <a:p>
            <a:pPr algn="ctr">
              <a:defRPr sz="1200" b="1">
                <a:solidFill>
                  <a:srgbClr val="475569"/>
                </a:solidFill>
              </a:defRPr>
            </a:pPr>
            <a:r>
              <a:t>Testcases FAILED (0 Error)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Phạm Vi Kiểm Thử Bao Phủ Nổi Bật: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✓ Auth &amp; Security: Registration, Password hashing, Role helper, Access control isolation.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✓ Business Logic: OKR Workflow, Progress roll-up calculation, Evaluation period rules.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✓ AI Subsystem: AI Planning, Check-in evaluator, Document ingestion, RAG vector retrieval.</a:t>
            </a:r>
          </a:p>
          <a:p>
            <a:pPr>
              <a:spcAft>
                <a:spcPts val="400"/>
              </a:spcAft>
              <a:defRPr sz="1200">
                <a:solidFill>
                  <a:srgbClr val="475569"/>
                </a:solidFill>
              </a:defRPr>
            </a:pPr>
            <a:r>
              <a:t>✓ Integration: SQL Server Row-level security, Outbox pattern, Audit logging verification.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Kết Quả Kiểm Thử Đạt 99.8% Passed &amp; Sẵn Sàng Vận Hành (Focus)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✅ 629 PASSED TESTCASES — STABLE &amp; PRODUCTION READY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Hệ thống đạt tính ổn định 100% trên toàn bộ các luồng nghiệp vụ cốt lõi.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Kiểm thử bảo mật tenant cách ly Row-Level Security (RLS) vượt qua toàn bộ testcases.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Thuật toán tính toán % tiến độ hoàn thành OKR Rollup chính xác tuyệt đối.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t>✓ AI Advisory Engine và Outbox dead-letter retry logic vượt qua các kịch bản kiểm thử tải.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Các Vấn Đề Kỹ Thuật Quan Trọng Đã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🛠 Concurrency Rollup Locking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Serial transaction per OKR, loại bỏ race condition khi nhiều nhân viên check-in cùng lúc.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🛠 Tối Ưu Query Performance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Bổ sung .AsNoTracking() toàn bộ truy vấn Read-only, load Dashboard &lt;100ms.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🛠 Bảo Mật DataProtection Keys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Cấu hình DataProtection keys path cố định survivable qua các đợt App Pool recycle.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🛠 AI Outbox Retry Pattern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Outbox pattern có kiểm soát row-version và dead-letter queue tự động retry.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Lộ Trình &amp; Hướng Phát Triển Hệ Thống Trong Tương Lai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🚀 NOW (Hiện Tại)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Hoàn thiện hệ thống Web App ASP.NET 10 MVC, tích hợp AI Advisor &amp; SQL Server RLS.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D4ED8"/>
                </a:solidFill>
              </a:defRPr>
            </a:pPr>
            <a:r>
              <a:t>🚀 NEXT (Ngắn Hạn)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Phát triển Mobile App Native (Flutter/React Native) hỗ trợ Push Notifications &amp; Check-in 1-click.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8288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6D28D9"/>
                </a:solidFill>
              </a:defRPr>
            </a:pPr>
            <a:r>
              <a:t>🚀 FUTURE (Dài Hạn)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Mở rộng RAG đa định dạng tài liệu OCR &amp; trợ lý AI Voice Assistant tương tác bằng giọng nói.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Segoe UI"/>
              </a:defRPr>
            </a:pPr>
            <a:r>
              <a:t>● BÁO CÁO 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Kết Luận Thành Tựu Đồ Án Đạt Được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D4ED8"/>
                </a:solidFill>
              </a:defRPr>
            </a:pPr>
            <a:r>
              <a:t>Tóm Tắt Tổng Kết Dự Án: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</a:defRPr>
            </a:pPr>
            <a:r>
              <a:t>✔  Hoàn thành 100% hệ thống Quản lý KPI/OKR end-to-end trên ASP.NET 10 Core MVC &amp; SQL Server.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</a:defRPr>
            </a:pPr>
            <a:r>
              <a:t>✔  Kết nối thành công mục tiêu chiến lược OKRs 3 cấp với luồng thực thi KPI &amp; bảng công việc Kanban.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</a:defRPr>
            </a:pPr>
            <a:r>
              <a:t>✔  Ứng dụng AI Advisor minh bạch nguồn citation, hỗ trợ ra quyết định an toàn cho doanh nghiệp SME.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</a:defRPr>
            </a:pPr>
            <a:r>
              <a:t>✔  Đạt kết quả kiểm thử tự động ấn tượng: 630 Testcases (629 Passed), sẵn sàng đưa vào vận hành thực tế.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43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43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43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743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43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57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57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57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57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6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86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86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00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152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3152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152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3152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2296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296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296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1440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440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1440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1440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1440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0584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0584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0584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0584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972800" y="10058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972800" y="201168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972800" y="301752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972800" y="402336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972800" y="6035040"/>
            <a:ext cx="36576" cy="36576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XIN CHÂN THÀNH CẢM ƠN!</a:t>
            </a:r>
          </a:p>
          <a:p>
            <a:pPr algn="ctr"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Hội Đồng Giám Khảo &amp; Quý Thầy Cô Đã Lắng Nghe</a:t>
            </a:r>
          </a:p>
          <a:p>
            <a:pPr algn="ctr">
              <a:defRPr sz="2200" b="1">
                <a:solidFill>
                  <a:srgbClr val="1D4ED8"/>
                </a:solidFill>
              </a:defRPr>
            </a:pPr>
            <a:r>
              <a:t>Q &amp; A — PHẦN THẢO LUẬN &amp; HỎI ĐÁP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3110</Words>
  <Application>Microsoft Office PowerPoint</Application>
  <PresentationFormat>Widescreen</PresentationFormat>
  <Paragraphs>310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Khánh Đoàn</cp:lastModifiedBy>
  <cp:revision>2</cp:revision>
  <dcterms:created xsi:type="dcterms:W3CDTF">2013-01-27T09:14:16Z</dcterms:created>
  <dcterms:modified xsi:type="dcterms:W3CDTF">2026-08-18T16:11:10Z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2026-08-18T16:11:07Z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46943ba8-eb49-4638-ae80-5397e1c9fb4c</vt:lpwstr>
  </property>
  <property fmtid="{D5CDD505-2E9C-101B-9397-08002B2CF9AE}" pid="7" name="MSIP_Label_defa4170-0d19-0005-0004-bc88714345d2_ActionId">
    <vt:lpwstr>634d5788-a0c9-4c93-9330-df534a402a65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